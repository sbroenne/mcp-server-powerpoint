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12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096D2-CD34-F52A-567E-F7D5CE2660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C0CA9D-8B46-F88E-D1CF-98EDAEE37D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116A8-1113-0E5D-A4DF-32EE40724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07518-B60B-42FD-940E-1568669C2CCD}" type="datetimeFigureOut">
              <a:rPr lang="en-DE" smtClean="0"/>
              <a:t>08/09/2026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4D8CC-70A3-319A-A6D1-687F77AEA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7E57A8-157D-8186-535D-BCAE260C2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6BA7E-C420-4734-88CF-C0E0F71D6A3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59759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11871-1896-4AB9-2D0B-2DB79E63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D4169-F0D8-868A-2A94-016927C4B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A5C7E-BC69-EBB8-C41D-2213DB9D5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07518-B60B-42FD-940E-1568669C2CCD}" type="datetimeFigureOut">
              <a:rPr lang="en-DE" smtClean="0"/>
              <a:t>08/09/2026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D33DEE-D32B-83B5-5A20-0E72B6726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D28CE-2C00-7DD0-DB14-4D6C533F4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6BA7E-C420-4734-88CF-C0E0F71D6A3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253869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DBB-090D-11F1-4CDE-A9831DCB2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36CC8-DF9E-F543-D890-2D715869E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4CD563-0383-53E1-C4AF-25E711CB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07518-B60B-42FD-940E-1568669C2CCD}" type="datetimeFigureOut">
              <a:rPr lang="en-DE" smtClean="0"/>
              <a:t>08/09/2026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021DDF-9872-1368-4E90-4F7013A2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8D31E-8946-2DAD-AEF9-6B70C05F7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6BA7E-C420-4734-88CF-C0E0F71D6A3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53949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0436-E954-C44E-3E09-65DA5B4C4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E339F-6A23-2B10-9199-3920622247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1CDFF-824C-D2C5-7D61-3840AF586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AE503-1B38-7D88-32C4-DDA65C76D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07518-B60B-42FD-940E-1568669C2CCD}" type="datetimeFigureOut">
              <a:rPr lang="en-DE" smtClean="0"/>
              <a:t>08/09/2026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5FE20B-02A3-21B9-7EBA-F016E9DD6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311CCB-0719-3BF8-9E0A-DD2DCFFA4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6BA7E-C420-4734-88CF-C0E0F71D6A3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54496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AEF6E-83B7-BF70-1F71-C6EE3D277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6B87E-76D1-B22D-F944-C47086CE1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A558D-CEF0-D106-80FA-D8C288FD9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91E7A8-5E7B-342E-0533-1EF08C3BE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43006F-B1D5-706D-700B-6988B4F4E8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3238CC-CE17-D381-D0F5-0900E0422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07518-B60B-42FD-940E-1568669C2CCD}" type="datetimeFigureOut">
              <a:rPr lang="en-DE" smtClean="0"/>
              <a:t>08/09/2026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5652DA-7F4E-A5E4-99B5-D81BF7921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3C485E-F408-98D5-D140-64D74D2CF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6BA7E-C420-4734-88CF-C0E0F71D6A3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46811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8CA1F-9C6D-27E3-3B01-00AC87E64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DC1FED-D244-1646-ACDF-3F342DC63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07518-B60B-42FD-940E-1568669C2CCD}" type="datetimeFigureOut">
              <a:rPr lang="en-DE" smtClean="0"/>
              <a:t>08/09/2026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436003-FB70-224F-618C-452E76EFC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929EA-E5B1-97BD-000E-29363589F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6BA7E-C420-4734-88CF-C0E0F71D6A3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8809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1B55C-CA9C-E0D0-12FD-D396EF2A1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07518-B60B-42FD-940E-1568669C2CCD}" type="datetimeFigureOut">
              <a:rPr lang="en-DE" smtClean="0"/>
              <a:t>08/09/2026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488DB-F287-3ACD-E48A-21DBED731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0D313-B3DD-85FE-FF05-B9014A96A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6BA7E-C420-4734-88CF-C0E0F71D6A3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46135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5FF99-126F-614F-E57F-3DDE3EE6C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04258-D704-5956-49FB-542CEF1AC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8A1452-E83E-7B68-F340-274FD09DB2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25D9D-DCC7-A9BE-D0D7-E68C05046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07518-B60B-42FD-940E-1568669C2CCD}" type="datetimeFigureOut">
              <a:rPr lang="en-DE" smtClean="0"/>
              <a:t>08/09/2026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E1452-F4D3-5DBD-61C3-A7033AC09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4E334-0ECD-360A-208D-3AFBC6C91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6BA7E-C420-4734-88CF-C0E0F71D6A3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37224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1A63A-7D27-6D88-B2FE-372036AB1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16B4EF-655D-9DD6-EFC6-3F71CC0931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B48EDB-739C-0E50-7589-6F36275802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1F8F2-21A4-612D-135B-900E48600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07518-B60B-42FD-940E-1568669C2CCD}" type="datetimeFigureOut">
              <a:rPr lang="en-DE" smtClean="0"/>
              <a:t>08/09/2026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47FB0-A9B6-AC07-6AAD-7116F57A1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62ABB3-F0CE-A8C8-86EA-3D7A84860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6BA7E-C420-4734-88CF-C0E0F71D6A3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790981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FE5DB-ED55-E2F4-9CB5-E4319938D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5D67D4-E033-B362-6C5D-E45BF0A81A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D85A5-2B13-10DD-610D-42034EDB85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07518-B60B-42FD-940E-1568669C2CCD}" type="datetimeFigureOut">
              <a:rPr lang="en-DE" smtClean="0"/>
              <a:t>08/09/2026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F9571E-B543-8431-7D1F-8DD11AC5A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D4BFA-3DA3-2FE8-3372-C984D2CD9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6BA7E-C420-4734-88CF-C0E0F71D6A3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17384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600A08-E652-C473-29F5-0A7A31FC0A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0AC05A-4A9E-C74E-09A0-665C484700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89EC4-FCAE-AF0E-1309-C9D01DA2E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07518-B60B-42FD-940E-1568669C2CCD}" type="datetimeFigureOut">
              <a:rPr lang="en-DE" smtClean="0"/>
              <a:t>08/09/2026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B7197-B8E1-72F4-878A-7303347A7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EB3A5-4791-A1DF-8CE8-7950A8AAC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26BA7E-C420-4734-88CF-C0E0F71D6A3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014675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53C1AA-B5AA-4CEB-B314-758E7F67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C6A00-9842-0F70-3C90-848C7B51D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827A6E-0D1D-2C11-1076-4C58A9C82E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907518-B60B-42FD-940E-1568669C2CCD}" type="datetimeFigureOut">
              <a:rPr lang="en-DE" smtClean="0"/>
              <a:t>08/09/2026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70D96-A8F6-C57B-D306-F6281B5EB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00572-A12E-8E31-3579-BAD732867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26BA7E-C420-4734-88CF-C0E0F71D6A3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93737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B1220"/>
            </a:gs>
            <a:gs pos="100000">
              <a:srgbClr val="182234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075E0E-1530-745B-F0D5-C2BF483CE00F}"/>
              </a:ext>
            </a:extLst>
          </p:cNvPr>
          <p:cNvSpPr/>
          <p:nvPr/>
        </p:nvSpPr>
        <p:spPr>
          <a:xfrm>
            <a:off x="508000" y="431800"/>
            <a:ext cx="965200" cy="63500"/>
          </a:xfrm>
          <a:prstGeom prst="rect">
            <a:avLst/>
          </a:prstGeom>
          <a:solidFill>
            <a:srgbClr val="D247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DC4BF3-9AB5-0088-1398-DF173FCC1FB7}"/>
              </a:ext>
            </a:extLst>
          </p:cNvPr>
          <p:cNvSpPr txBox="1"/>
          <p:nvPr/>
        </p:nvSpPr>
        <p:spPr>
          <a:xfrm>
            <a:off x="508000" y="685800"/>
            <a:ext cx="8255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8FAFC"/>
                </a:solidFill>
                <a:latin typeface="Aptos Display" panose="020B0004020202020204" pitchFamily="34" charset="0"/>
              </a:rPr>
              <a:t>Q3 Growth Command Center</a:t>
            </a:r>
            <a:endParaRPr lang="en-DE" sz="2800" b="1">
              <a:solidFill>
                <a:srgbClr val="F8FAFC"/>
              </a:solidFill>
              <a:latin typeface="Aptos Display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231826-2E3C-996E-179F-5E28CB819E4C}"/>
              </a:ext>
            </a:extLst>
          </p:cNvPr>
          <p:cNvSpPr txBox="1"/>
          <p:nvPr/>
        </p:nvSpPr>
        <p:spPr>
          <a:xfrm>
            <a:off x="508000" y="1333500"/>
            <a:ext cx="825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A6B2C4"/>
                </a:solidFill>
                <a:latin typeface="Aptos Display" panose="020B0004020202020204" pitchFamily="34" charset="0"/>
              </a:rPr>
              <a:t>Executive launch outlook  |  generated live through PowerPoint MCP</a:t>
            </a:r>
            <a:endParaRPr lang="en-DE" sz="1100">
              <a:solidFill>
                <a:srgbClr val="A6B2C4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625021-8C14-D7FC-3D89-87EFFFAAC0B9}"/>
              </a:ext>
            </a:extLst>
          </p:cNvPr>
          <p:cNvSpPr/>
          <p:nvPr/>
        </p:nvSpPr>
        <p:spPr>
          <a:xfrm>
            <a:off x="10096500" y="571500"/>
            <a:ext cx="1587500" cy="381000"/>
          </a:xfrm>
          <a:prstGeom prst="rect">
            <a:avLst/>
          </a:prstGeom>
          <a:solidFill>
            <a:srgbClr val="D247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AC0002-2ACF-275C-C2A1-96E422F64631}"/>
              </a:ext>
            </a:extLst>
          </p:cNvPr>
          <p:cNvSpPr txBox="1"/>
          <p:nvPr/>
        </p:nvSpPr>
        <p:spPr>
          <a:xfrm>
            <a:off x="10312400" y="635000"/>
            <a:ext cx="1206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FFFFFF"/>
                </a:solidFill>
                <a:latin typeface="Aptos Display" panose="020B0004020202020204" pitchFamily="34" charset="0"/>
              </a:rPr>
              <a:t>LIVE PLAN</a:t>
            </a:r>
            <a:endParaRPr lang="en-DE" sz="1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89F707-330E-3DBC-C310-7B35E3347671}"/>
              </a:ext>
            </a:extLst>
          </p:cNvPr>
          <p:cNvSpPr/>
          <p:nvPr/>
        </p:nvSpPr>
        <p:spPr>
          <a:xfrm>
            <a:off x="508000" y="1905000"/>
            <a:ext cx="2540000" cy="1333500"/>
          </a:xfrm>
          <a:prstGeom prst="rect">
            <a:avLst/>
          </a:prstGeom>
          <a:solidFill>
            <a:srgbClr val="18233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FD7328-8592-0EC0-CA62-E1C4A8DAE5AE}"/>
              </a:ext>
            </a:extLst>
          </p:cNvPr>
          <p:cNvSpPr txBox="1"/>
          <p:nvPr/>
        </p:nvSpPr>
        <p:spPr>
          <a:xfrm>
            <a:off x="736600" y="2133600"/>
            <a:ext cx="203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DE" sz="3000" b="1">
                <a:solidFill>
                  <a:srgbClr val="FFFFFF"/>
                </a:solidFill>
                <a:latin typeface="Aptos Display" panose="020B0004020202020204" pitchFamily="34" charset="0"/>
              </a:rPr>
              <a:t>78%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59D98F-4152-A268-764B-128D318F257A}"/>
              </a:ext>
            </a:extLst>
          </p:cNvPr>
          <p:cNvSpPr txBox="1"/>
          <p:nvPr/>
        </p:nvSpPr>
        <p:spPr>
          <a:xfrm>
            <a:off x="736600" y="2730500"/>
            <a:ext cx="203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b="1">
                <a:solidFill>
                  <a:srgbClr val="DE6A4D"/>
                </a:solidFill>
                <a:latin typeface="Aptos Display" panose="020B0004020202020204" pitchFamily="34" charset="0"/>
              </a:rPr>
              <a:t>Activation  +18 pts</a:t>
            </a:r>
            <a:endParaRPr lang="en-DE" sz="1100" b="1">
              <a:solidFill>
                <a:srgbClr val="DE6A4D"/>
              </a:solidFill>
              <a:latin typeface="Aptos Display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C68EAE-DA50-4E92-1B41-956BC07114E9}"/>
              </a:ext>
            </a:extLst>
          </p:cNvPr>
          <p:cNvSpPr/>
          <p:nvPr/>
        </p:nvSpPr>
        <p:spPr>
          <a:xfrm>
            <a:off x="3238500" y="1905000"/>
            <a:ext cx="2540000" cy="1333500"/>
          </a:xfrm>
          <a:prstGeom prst="rect">
            <a:avLst/>
          </a:prstGeom>
          <a:solidFill>
            <a:srgbClr val="18233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831B4F-57B5-A9F2-DCB0-02FC995A7780}"/>
              </a:ext>
            </a:extLst>
          </p:cNvPr>
          <p:cNvSpPr txBox="1"/>
          <p:nvPr/>
        </p:nvSpPr>
        <p:spPr>
          <a:xfrm>
            <a:off x="3467100" y="2133600"/>
            <a:ext cx="20955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>
                <a:solidFill>
                  <a:srgbClr val="FFFFFF"/>
                </a:solidFill>
                <a:latin typeface="Aptos Display" panose="020B0004020202020204" pitchFamily="34" charset="0"/>
              </a:rPr>
              <a:t>$4.8M</a:t>
            </a:r>
            <a:endParaRPr lang="en-DE" sz="30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4024E6-9E1B-9B23-9475-F15FD64E5AA1}"/>
              </a:ext>
            </a:extLst>
          </p:cNvPr>
          <p:cNvSpPr txBox="1"/>
          <p:nvPr/>
        </p:nvSpPr>
        <p:spPr>
          <a:xfrm>
            <a:off x="3467100" y="2730500"/>
            <a:ext cx="20955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A6B2C4"/>
                </a:solidFill>
                <a:latin typeface="Aptos Display" panose="020B0004020202020204" pitchFamily="34" charset="0"/>
              </a:rPr>
              <a:t>Qualified pipeline</a:t>
            </a:r>
            <a:endParaRPr lang="en-DE" sz="1100">
              <a:solidFill>
                <a:srgbClr val="A6B2C4"/>
              </a:solidFill>
              <a:latin typeface="Aptos Display" panose="020B00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F72928-2B69-61D5-2957-AF10324CF96E}"/>
              </a:ext>
            </a:extLst>
          </p:cNvPr>
          <p:cNvSpPr/>
          <p:nvPr/>
        </p:nvSpPr>
        <p:spPr>
          <a:xfrm>
            <a:off x="5969000" y="1905000"/>
            <a:ext cx="2540000" cy="1333500"/>
          </a:xfrm>
          <a:prstGeom prst="rect">
            <a:avLst/>
          </a:prstGeom>
          <a:solidFill>
            <a:srgbClr val="18233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5E825DA-1B9A-D73B-6718-28842EF46C3A}"/>
              </a:ext>
            </a:extLst>
          </p:cNvPr>
          <p:cNvSpPr txBox="1"/>
          <p:nvPr/>
        </p:nvSpPr>
        <p:spPr>
          <a:xfrm>
            <a:off x="6197600" y="2133600"/>
            <a:ext cx="2032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DE" sz="3000" b="1">
                <a:solidFill>
                  <a:srgbClr val="FFFFFF"/>
                </a:solidFill>
                <a:latin typeface="Aptos Display" panose="020B0004020202020204" pitchFamily="34" charset="0"/>
              </a:rPr>
              <a:t>24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C086B8-5173-CA5B-6AEB-653F7B0048FC}"/>
              </a:ext>
            </a:extLst>
          </p:cNvPr>
          <p:cNvSpPr txBox="1"/>
          <p:nvPr/>
        </p:nvSpPr>
        <p:spPr>
          <a:xfrm>
            <a:off x="6197600" y="2730500"/>
            <a:ext cx="2032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A6B2C4"/>
                </a:solidFill>
                <a:latin typeface="Aptos Display" panose="020B0004020202020204" pitchFamily="34" charset="0"/>
              </a:rPr>
              <a:t>Launch markets  |  6 ahead</a:t>
            </a:r>
            <a:endParaRPr lang="en-DE" sz="1100">
              <a:solidFill>
                <a:srgbClr val="A6B2C4"/>
              </a:solidFill>
              <a:latin typeface="Aptos Display" panose="020B00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06D07B-53EF-33EE-6881-5DB967E19F21}"/>
              </a:ext>
            </a:extLst>
          </p:cNvPr>
          <p:cNvSpPr/>
          <p:nvPr/>
        </p:nvSpPr>
        <p:spPr>
          <a:xfrm>
            <a:off x="508000" y="3556000"/>
            <a:ext cx="7048500" cy="2603500"/>
          </a:xfrm>
          <a:prstGeom prst="rect">
            <a:avLst/>
          </a:prstGeom>
          <a:solidFill>
            <a:srgbClr val="121C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3A779E-9937-FFC8-5762-53F19C1B3DBC}"/>
              </a:ext>
            </a:extLst>
          </p:cNvPr>
          <p:cNvSpPr txBox="1"/>
          <p:nvPr/>
        </p:nvSpPr>
        <p:spPr>
          <a:xfrm>
            <a:off x="736600" y="3784600"/>
            <a:ext cx="6477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 Display" panose="020B0004020202020204" pitchFamily="34" charset="0"/>
              </a:rPr>
              <a:t>Launch roadmap</a:t>
            </a:r>
            <a:endParaRPr lang="en-DE" sz="16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1E6879A-245B-6C42-4DA4-181CF81EC5D1}"/>
              </a:ext>
            </a:extLst>
          </p:cNvPr>
          <p:cNvSpPr/>
          <p:nvPr/>
        </p:nvSpPr>
        <p:spPr>
          <a:xfrm>
            <a:off x="990600" y="4622800"/>
            <a:ext cx="5842000" cy="38100"/>
          </a:xfrm>
          <a:prstGeom prst="rect">
            <a:avLst/>
          </a:prstGeom>
          <a:solidFill>
            <a:srgbClr val="3E4C6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17AC265-1E53-3D9B-4E16-97FBA81D56E8}"/>
              </a:ext>
            </a:extLst>
          </p:cNvPr>
          <p:cNvSpPr/>
          <p:nvPr/>
        </p:nvSpPr>
        <p:spPr>
          <a:xfrm>
            <a:off x="1422400" y="4445000"/>
            <a:ext cx="177800" cy="177800"/>
          </a:xfrm>
          <a:prstGeom prst="rect">
            <a:avLst/>
          </a:prstGeom>
          <a:solidFill>
            <a:srgbClr val="D247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B2878C5-EE45-EF11-770C-2422EDF4B5EB}"/>
              </a:ext>
            </a:extLst>
          </p:cNvPr>
          <p:cNvSpPr/>
          <p:nvPr/>
        </p:nvSpPr>
        <p:spPr>
          <a:xfrm>
            <a:off x="3708400" y="4445000"/>
            <a:ext cx="177800" cy="177800"/>
          </a:xfrm>
          <a:prstGeom prst="rect">
            <a:avLst/>
          </a:prstGeom>
          <a:solidFill>
            <a:srgbClr val="D247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1ECA591-FF96-060E-FCD0-BDFC4A5870C5}"/>
              </a:ext>
            </a:extLst>
          </p:cNvPr>
          <p:cNvSpPr/>
          <p:nvPr/>
        </p:nvSpPr>
        <p:spPr>
          <a:xfrm>
            <a:off x="5994400" y="4445000"/>
            <a:ext cx="177800" cy="177800"/>
          </a:xfrm>
          <a:prstGeom prst="rect">
            <a:avLst/>
          </a:prstGeom>
          <a:solidFill>
            <a:srgbClr val="D247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23CCA5-9C3E-9826-A873-095F4371945B}"/>
              </a:ext>
            </a:extLst>
          </p:cNvPr>
          <p:cNvSpPr txBox="1"/>
          <p:nvPr/>
        </p:nvSpPr>
        <p:spPr>
          <a:xfrm>
            <a:off x="990600" y="4851400"/>
            <a:ext cx="165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DDE2E9"/>
                </a:solidFill>
                <a:latin typeface="Aptos Display" panose="020B0004020202020204" pitchFamily="34" charset="0"/>
              </a:rPr>
              <a:t>DESIGN LOCKED
Aug 12</a:t>
            </a:r>
            <a:endParaRPr lang="en-DE" sz="1000" b="1">
              <a:solidFill>
                <a:srgbClr val="DDE2E9"/>
              </a:solidFill>
              <a:latin typeface="Aptos Display" panose="020B00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D9F9F9-63AD-B286-C8A4-B4F5BAAAF26A}"/>
              </a:ext>
            </a:extLst>
          </p:cNvPr>
          <p:cNvSpPr txBox="1"/>
          <p:nvPr/>
        </p:nvSpPr>
        <p:spPr>
          <a:xfrm>
            <a:off x="3276600" y="4851400"/>
            <a:ext cx="165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DDE2E9"/>
                </a:solidFill>
                <a:latin typeface="Aptos Display" panose="020B0004020202020204" pitchFamily="34" charset="0"/>
              </a:rPr>
              <a:t>PILOT LIVE
Sep 03</a:t>
            </a:r>
            <a:endParaRPr lang="en-DE" sz="1000" b="1">
              <a:solidFill>
                <a:srgbClr val="DDE2E9"/>
              </a:solidFill>
              <a:latin typeface="Aptos Display" panose="020B00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946F0A-7139-F8CE-51D9-6D97BC1E85B3}"/>
              </a:ext>
            </a:extLst>
          </p:cNvPr>
          <p:cNvSpPr txBox="1"/>
          <p:nvPr/>
        </p:nvSpPr>
        <p:spPr>
          <a:xfrm>
            <a:off x="5562600" y="4851400"/>
            <a:ext cx="1651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b="1">
                <a:solidFill>
                  <a:srgbClr val="DDE2E9"/>
                </a:solidFill>
                <a:latin typeface="Aptos Display" panose="020B0004020202020204" pitchFamily="34" charset="0"/>
              </a:rPr>
              <a:t>GLOBAL LAUNCH
Oct 18</a:t>
            </a:r>
            <a:endParaRPr lang="en-DE" sz="1000" b="1">
              <a:solidFill>
                <a:srgbClr val="DDE2E9"/>
              </a:solidFill>
              <a:latin typeface="Aptos Display" panose="020B00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5C18AF0-00E4-6042-83E2-51F5C5B3C594}"/>
              </a:ext>
            </a:extLst>
          </p:cNvPr>
          <p:cNvSpPr/>
          <p:nvPr/>
        </p:nvSpPr>
        <p:spPr>
          <a:xfrm>
            <a:off x="7810500" y="3556000"/>
            <a:ext cx="3873500" cy="2603500"/>
          </a:xfrm>
          <a:prstGeom prst="rect">
            <a:avLst/>
          </a:prstGeom>
          <a:solidFill>
            <a:srgbClr val="121C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B3D6E4-D4BF-D9CA-2B5D-E3CFB398EA79}"/>
              </a:ext>
            </a:extLst>
          </p:cNvPr>
          <p:cNvSpPr txBox="1"/>
          <p:nvPr/>
        </p:nvSpPr>
        <p:spPr>
          <a:xfrm>
            <a:off x="8064500" y="3784600"/>
            <a:ext cx="3302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>
                <a:solidFill>
                  <a:srgbClr val="FFFFFF"/>
                </a:solidFill>
                <a:latin typeface="Aptos Display" panose="020B0004020202020204" pitchFamily="34" charset="0"/>
              </a:rPr>
              <a:t>Weekly active teams</a:t>
            </a:r>
            <a:endParaRPr lang="en-DE" sz="1600" b="1">
              <a:solidFill>
                <a:srgbClr val="FFFFFF"/>
              </a:solidFill>
              <a:latin typeface="Aptos Display" panose="020B000402020202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EE1DFC2-91F3-E22A-3001-2F309C620BAB}"/>
              </a:ext>
            </a:extLst>
          </p:cNvPr>
          <p:cNvSpPr/>
          <p:nvPr/>
        </p:nvSpPr>
        <p:spPr>
          <a:xfrm>
            <a:off x="8255000" y="5257800"/>
            <a:ext cx="533400" cy="482600"/>
          </a:xfrm>
          <a:prstGeom prst="rect">
            <a:avLst/>
          </a:prstGeom>
          <a:solidFill>
            <a:srgbClr val="5A6F8F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C057A8-F90C-D93B-B4D8-B75DBC95A227}"/>
              </a:ext>
            </a:extLst>
          </p:cNvPr>
          <p:cNvSpPr/>
          <p:nvPr/>
        </p:nvSpPr>
        <p:spPr>
          <a:xfrm>
            <a:off x="9017000" y="4902200"/>
            <a:ext cx="533400" cy="838200"/>
          </a:xfrm>
          <a:prstGeom prst="rect">
            <a:avLst/>
          </a:prstGeom>
          <a:solidFill>
            <a:srgbClr val="7387A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B7907EB-FD35-F957-C975-3970A676D43B}"/>
              </a:ext>
            </a:extLst>
          </p:cNvPr>
          <p:cNvSpPr/>
          <p:nvPr/>
        </p:nvSpPr>
        <p:spPr>
          <a:xfrm>
            <a:off x="9779000" y="4419600"/>
            <a:ext cx="533400" cy="1320800"/>
          </a:xfrm>
          <a:prstGeom prst="rect">
            <a:avLst/>
          </a:prstGeom>
          <a:solidFill>
            <a:srgbClr val="D2472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F1FB48F-E640-CD60-D81F-FA2D1DEDB120}"/>
              </a:ext>
            </a:extLst>
          </p:cNvPr>
          <p:cNvSpPr/>
          <p:nvPr/>
        </p:nvSpPr>
        <p:spPr>
          <a:xfrm>
            <a:off x="10541000" y="4038600"/>
            <a:ext cx="533400" cy="1701800"/>
          </a:xfrm>
          <a:prstGeom prst="rect">
            <a:avLst/>
          </a:prstGeom>
          <a:solidFill>
            <a:srgbClr val="DE6A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2308FE-CFA3-956A-634F-68DF3C8EC89B}"/>
              </a:ext>
            </a:extLst>
          </p:cNvPr>
          <p:cNvSpPr txBox="1"/>
          <p:nvPr/>
        </p:nvSpPr>
        <p:spPr>
          <a:xfrm>
            <a:off x="8153400" y="5816600"/>
            <a:ext cx="31115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A6B2C4"/>
                </a:solidFill>
                <a:latin typeface="Aptos Display" panose="020B0004020202020204" pitchFamily="34" charset="0"/>
              </a:rPr>
              <a:t>W1          W2          W3          W4</a:t>
            </a:r>
            <a:endParaRPr lang="en-DE" sz="900">
              <a:solidFill>
                <a:srgbClr val="A6B2C4"/>
              </a:solidFill>
              <a:latin typeface="Aptos Display" panose="020B00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79C96BB-4EA8-A8E3-F344-B4BFF2BCEDC3}"/>
              </a:ext>
            </a:extLst>
          </p:cNvPr>
          <p:cNvSpPr txBox="1"/>
          <p:nvPr/>
        </p:nvSpPr>
        <p:spPr>
          <a:xfrm>
            <a:off x="508000" y="6413500"/>
            <a:ext cx="11176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b="1">
                <a:solidFill>
                  <a:srgbClr val="75849A"/>
                </a:solidFill>
                <a:latin typeface="Aptos Display" panose="020B0004020202020204" pitchFamily="34" charset="0"/>
              </a:rPr>
              <a:t>POWERPOINT MCP  /  REAL DESKTOP OUTPUT  /  EXPORT-READY</a:t>
            </a:r>
            <a:endParaRPr lang="en-DE" sz="900" b="1">
              <a:solidFill>
                <a:srgbClr val="75849A"/>
              </a:solidFill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75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Broenner</dc:creator>
  <cp:lastModifiedBy>Stefan Broenner</cp:lastModifiedBy>
  <cp:revision>3</cp:revision>
  <dcterms:created xsi:type="dcterms:W3CDTF">2026-09-08T16:37:23Z</dcterms:created>
  <dcterms:modified xsi:type="dcterms:W3CDTF">2026-09-08T17:00:21Z</dcterms:modified>
</cp:coreProperties>
</file>